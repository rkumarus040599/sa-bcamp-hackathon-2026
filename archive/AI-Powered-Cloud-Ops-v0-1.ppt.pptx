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igtree"/>
      <p:regular r:id="rId15"/>
      <p:bold r:id="rId16"/>
      <p:italic r:id="rId17"/>
      <p:boldItalic r:id="rId18"/>
    </p:embeddedFont>
    <p:embeddedFont>
      <p:font typeface="Jost Light"/>
      <p:regular r:id="rId19"/>
      <p:bold r:id="rId20"/>
      <p:italic r:id="rId21"/>
      <p:boldItalic r:id="rId22"/>
    </p:embeddedFont>
    <p:embeddedFont>
      <p:font typeface="Figtree Light"/>
      <p:regular r:id="rId23"/>
      <p:bold r:id="rId24"/>
      <p:italic r:id="rId25"/>
      <p:boldItalic r:id="rId26"/>
    </p:embeddedFont>
    <p:embeddedFont>
      <p:font typeface="Jo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Light-bold.fntdata"/><Relationship Id="rId22" Type="http://schemas.openxmlformats.org/officeDocument/2006/relationships/font" Target="fonts/JostLight-boldItalic.fntdata"/><Relationship Id="rId21" Type="http://schemas.openxmlformats.org/officeDocument/2006/relationships/font" Target="fonts/JostLight-italic.fntdata"/><Relationship Id="rId24" Type="http://schemas.openxmlformats.org/officeDocument/2006/relationships/font" Target="fonts/FigtreeLight-bold.fntdata"/><Relationship Id="rId23" Type="http://schemas.openxmlformats.org/officeDocument/2006/relationships/font" Target="fonts/Figtree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Light-boldItalic.fntdata"/><Relationship Id="rId25" Type="http://schemas.openxmlformats.org/officeDocument/2006/relationships/font" Target="fonts/FigtreeLight-italic.fntdata"/><Relationship Id="rId28" Type="http://schemas.openxmlformats.org/officeDocument/2006/relationships/font" Target="fonts/Jost-bold.fntdata"/><Relationship Id="rId27" Type="http://schemas.openxmlformats.org/officeDocument/2006/relationships/font" Target="fonts/Jo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o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o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Figtree-regular.fntdata"/><Relationship Id="rId14" Type="http://schemas.openxmlformats.org/officeDocument/2006/relationships/slide" Target="slides/slide9.xml"/><Relationship Id="rId17" Type="http://schemas.openxmlformats.org/officeDocument/2006/relationships/font" Target="fonts/Figtree-italic.fntdata"/><Relationship Id="rId16" Type="http://schemas.openxmlformats.org/officeDocument/2006/relationships/font" Target="fonts/Figtree-bold.fntdata"/><Relationship Id="rId19" Type="http://schemas.openxmlformats.org/officeDocument/2006/relationships/font" Target="fonts/JostLight-regular.fntdata"/><Relationship Id="rId18" Type="http://schemas.openxmlformats.org/officeDocument/2006/relationships/font" Target="fonts/Figtre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02bb315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02bb315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02bb315b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02bb315b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02bb315b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02bb315b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02bb315b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02bb315b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0ba783e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0ba783e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02bb315b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02bb315b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02bb315b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02bb315b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02bb315b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d02bb315b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02bb315ba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02bb315ba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7_1_1_1_1_1_1_1_1_1_1_1_1_1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225" y="1298200"/>
            <a:ext cx="2712000" cy="1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8225" y="4579187"/>
            <a:ext cx="73104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Figtree Light"/>
              <a:buNone/>
              <a:defRPr sz="800"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228225" y="2260925"/>
            <a:ext cx="5340300" cy="267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172525" y="0"/>
            <a:ext cx="1971600" cy="51435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3154650" y="34950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title"/>
          </p:nvPr>
        </p:nvSpPr>
        <p:spPr>
          <a:xfrm>
            <a:off x="3809850" y="259398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3809850" y="3036613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9" type="title"/>
          </p:nvPr>
        </p:nvSpPr>
        <p:spPr>
          <a:xfrm>
            <a:off x="3809850" y="3479238"/>
            <a:ext cx="28845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title"/>
          </p:nvPr>
        </p:nvSpPr>
        <p:spPr>
          <a:xfrm>
            <a:off x="3154650" y="3049925"/>
            <a:ext cx="592800" cy="368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3154650" y="26048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3154650" y="215970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6" type="title"/>
          </p:nvPr>
        </p:nvSpPr>
        <p:spPr>
          <a:xfrm>
            <a:off x="3154650" y="17145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1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/>
          <p:nvPr>
            <p:ph idx="3" type="pic"/>
          </p:nvPr>
        </p:nvSpPr>
        <p:spPr>
          <a:xfrm>
            <a:off x="3044117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4"/>
          <p:cNvSpPr/>
          <p:nvPr>
            <p:ph idx="4" type="pic"/>
          </p:nvPr>
        </p:nvSpPr>
        <p:spPr>
          <a:xfrm>
            <a:off x="6088233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75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title"/>
          </p:nvPr>
        </p:nvSpPr>
        <p:spPr>
          <a:xfrm>
            <a:off x="228675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" type="body"/>
          </p:nvPr>
        </p:nvSpPr>
        <p:spPr>
          <a:xfrm>
            <a:off x="228675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1" name="Google Shape;41;p4"/>
          <p:cNvSpPr txBox="1"/>
          <p:nvPr>
            <p:ph idx="6" type="title"/>
          </p:nvPr>
        </p:nvSpPr>
        <p:spPr>
          <a:xfrm>
            <a:off x="3235367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7" type="title"/>
          </p:nvPr>
        </p:nvSpPr>
        <p:spPr>
          <a:xfrm>
            <a:off x="3235367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8" type="body"/>
          </p:nvPr>
        </p:nvSpPr>
        <p:spPr>
          <a:xfrm>
            <a:off x="3241214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44" name="Google Shape;44;p4"/>
          <p:cNvSpPr txBox="1"/>
          <p:nvPr>
            <p:ph idx="9" type="title"/>
          </p:nvPr>
        </p:nvSpPr>
        <p:spPr>
          <a:xfrm>
            <a:off x="6279483" y="33378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3" type="title"/>
          </p:nvPr>
        </p:nvSpPr>
        <p:spPr>
          <a:xfrm>
            <a:off x="6279483" y="3551100"/>
            <a:ext cx="2671800" cy="2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body"/>
          </p:nvPr>
        </p:nvSpPr>
        <p:spPr>
          <a:xfrm>
            <a:off x="6285328" y="4256750"/>
            <a:ext cx="2660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- Alt 2">
  <p:cSld name="CUSTOM_1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4" type="title"/>
          </p:nvPr>
        </p:nvSpPr>
        <p:spPr>
          <a:xfrm>
            <a:off x="33987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5" type="title"/>
          </p:nvPr>
        </p:nvSpPr>
        <p:spPr>
          <a:xfrm>
            <a:off x="33987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6" type="title"/>
          </p:nvPr>
        </p:nvSpPr>
        <p:spPr>
          <a:xfrm>
            <a:off x="1807977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7" type="title"/>
          </p:nvPr>
        </p:nvSpPr>
        <p:spPr>
          <a:xfrm>
            <a:off x="1807977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Jost"/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8" type="title"/>
          </p:nvPr>
        </p:nvSpPr>
        <p:spPr>
          <a:xfrm>
            <a:off x="3275545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9" type="title"/>
          </p:nvPr>
        </p:nvSpPr>
        <p:spPr>
          <a:xfrm>
            <a:off x="3275545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13" type="title"/>
          </p:nvPr>
        </p:nvSpPr>
        <p:spPr>
          <a:xfrm>
            <a:off x="4743373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14" type="title"/>
          </p:nvPr>
        </p:nvSpPr>
        <p:spPr>
          <a:xfrm>
            <a:off x="4743373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15" type="title"/>
          </p:nvPr>
        </p:nvSpPr>
        <p:spPr>
          <a:xfrm>
            <a:off x="6205996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6" type="title"/>
          </p:nvPr>
        </p:nvSpPr>
        <p:spPr>
          <a:xfrm>
            <a:off x="6205996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7" type="title"/>
          </p:nvPr>
        </p:nvSpPr>
        <p:spPr>
          <a:xfrm>
            <a:off x="7683660" y="3589925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8" type="title"/>
          </p:nvPr>
        </p:nvSpPr>
        <p:spPr>
          <a:xfrm>
            <a:off x="7683660" y="4026125"/>
            <a:ext cx="1225200" cy="20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None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64" name="Google Shape;64;p5"/>
          <p:cNvSpPr/>
          <p:nvPr>
            <p:ph idx="19" type="pic"/>
          </p:nvPr>
        </p:nvSpPr>
        <p:spPr>
          <a:xfrm>
            <a:off x="1726022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5" name="Google Shape;65;p5"/>
          <p:cNvSpPr/>
          <p:nvPr>
            <p:ph idx="20" type="pic"/>
          </p:nvPr>
        </p:nvSpPr>
        <p:spPr>
          <a:xfrm>
            <a:off x="3194345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6" name="Google Shape;66;p5"/>
          <p:cNvSpPr/>
          <p:nvPr>
            <p:ph idx="21" type="pic"/>
          </p:nvPr>
        </p:nvSpPr>
        <p:spPr>
          <a:xfrm>
            <a:off x="4662668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7" name="Google Shape;67;p5"/>
          <p:cNvSpPr/>
          <p:nvPr>
            <p:ph idx="22" type="pic"/>
          </p:nvPr>
        </p:nvSpPr>
        <p:spPr>
          <a:xfrm>
            <a:off x="613099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8" name="Google Shape;68;p5"/>
          <p:cNvSpPr/>
          <p:nvPr>
            <p:ph idx="23" type="pic"/>
          </p:nvPr>
        </p:nvSpPr>
        <p:spPr>
          <a:xfrm>
            <a:off x="7599313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  <p:sp>
        <p:nvSpPr>
          <p:cNvPr id="69" name="Google Shape;69;p5"/>
          <p:cNvSpPr/>
          <p:nvPr>
            <p:ph idx="24" type="pic"/>
          </p:nvPr>
        </p:nvSpPr>
        <p:spPr>
          <a:xfrm>
            <a:off x="257700" y="1991825"/>
            <a:ext cx="1288500" cy="1363800"/>
          </a:xfrm>
          <a:prstGeom prst="roundRect">
            <a:avLst>
              <a:gd fmla="val 676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8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3" type="title"/>
          </p:nvPr>
        </p:nvSpPr>
        <p:spPr>
          <a:xfrm>
            <a:off x="228600" y="457200"/>
            <a:ext cx="4296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1">
  <p:cSld name="CUSTOM_8_1_1_1_1_1_1_1_1_1_1_1_1_1_1_1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2406900" cy="240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7"/>
          <p:cNvSpPr txBox="1"/>
          <p:nvPr>
            <p:ph idx="2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pic>
        <p:nvPicPr>
          <p:cNvPr descr="Free Images : landscape, nature, horizon, mountain, sky, night ..." id="78" name="Google Shape;78;p7"/>
          <p:cNvPicPr preferRelativeResize="0"/>
          <p:nvPr/>
        </p:nvPicPr>
        <p:blipFill rotWithShape="1">
          <a:blip r:embed="rId2">
            <a:alphaModFix/>
          </a:blip>
          <a:srcRect b="0" l="23232" r="29975" t="0"/>
          <a:stretch/>
        </p:blipFill>
        <p:spPr>
          <a:xfrm>
            <a:off x="7541887" y="0"/>
            <a:ext cx="16040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>
            <p:ph idx="1" type="subTitle"/>
          </p:nvPr>
        </p:nvSpPr>
        <p:spPr>
          <a:xfrm>
            <a:off x="228950" y="1419750"/>
            <a:ext cx="51549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6077650" y="0"/>
            <a:ext cx="1462200" cy="51435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1">
  <p:cSld name="CUSTOM_8_1_1_1_1_1_1_1_1_1_1_1_1_1_1_1_1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3" name="Google Shape;83;p8"/>
          <p:cNvSpPr/>
          <p:nvPr/>
        </p:nvSpPr>
        <p:spPr>
          <a:xfrm rot="10800000">
            <a:off x="3156575" y="250"/>
            <a:ext cx="59835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4102943" y="10423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5" name="Google Shape;85;p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8"/>
          <p:cNvSpPr txBox="1"/>
          <p:nvPr>
            <p:ph idx="3" type="title"/>
          </p:nvPr>
        </p:nvSpPr>
        <p:spPr>
          <a:xfrm>
            <a:off x="228600" y="457200"/>
            <a:ext cx="29259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1" type="subTitle"/>
          </p:nvPr>
        </p:nvSpPr>
        <p:spPr>
          <a:xfrm>
            <a:off x="4102950" y="1631400"/>
            <a:ext cx="40890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9" name="Google Shape;89;p8"/>
          <p:cNvSpPr txBox="1"/>
          <p:nvPr>
            <p:ph idx="4" type="subTitle"/>
          </p:nvPr>
        </p:nvSpPr>
        <p:spPr>
          <a:xfrm>
            <a:off x="228600" y="39677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90" name="Google Shape;90;p8"/>
          <p:cNvSpPr/>
          <p:nvPr>
            <p:ph idx="5" type="pic"/>
          </p:nvPr>
        </p:nvSpPr>
        <p:spPr>
          <a:xfrm>
            <a:off x="228800" y="1707600"/>
            <a:ext cx="1951200" cy="20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2">
  <p:cSld name="CUSTOM_8_1_1_1_1_1_1_1_1_1_1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rot="-5400000">
            <a:off x="3054300" y="1196700"/>
            <a:ext cx="3946800" cy="39468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9"/>
          <p:cNvSpPr/>
          <p:nvPr/>
        </p:nvSpPr>
        <p:spPr>
          <a:xfrm rot="5400000">
            <a:off x="6262500" y="0"/>
            <a:ext cx="2881500" cy="2881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9"/>
          <p:cNvSpPr/>
          <p:nvPr>
            <p:ph idx="2" type="pic"/>
          </p:nvPr>
        </p:nvSpPr>
        <p:spPr>
          <a:xfrm>
            <a:off x="0" y="-9000"/>
            <a:ext cx="3054300" cy="32529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9"/>
          <p:cNvSpPr txBox="1"/>
          <p:nvPr/>
        </p:nvSpPr>
        <p:spPr>
          <a:xfrm>
            <a:off x="3455693" y="228206"/>
            <a:ext cx="558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</a:t>
            </a:r>
            <a:endParaRPr b="1" sz="72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4" type="title"/>
          </p:nvPr>
        </p:nvSpPr>
        <p:spPr>
          <a:xfrm>
            <a:off x="228600" y="3429000"/>
            <a:ext cx="34326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1" type="subTitle"/>
          </p:nvPr>
        </p:nvSpPr>
        <p:spPr>
          <a:xfrm>
            <a:off x="3455700" y="817300"/>
            <a:ext cx="4959300" cy="22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5" type="subTitle"/>
          </p:nvPr>
        </p:nvSpPr>
        <p:spPr>
          <a:xfrm>
            <a:off x="228600" y="3739100"/>
            <a:ext cx="23364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Alt 3">
  <p:cSld name="CUSTOM_8_1_1_1_1_1_1_1_1_1_1_1_1_1_1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0" y="0"/>
            <a:ext cx="3776100" cy="37761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3" name="Google Shape;103;p10"/>
          <p:cNvSpPr/>
          <p:nvPr/>
        </p:nvSpPr>
        <p:spPr>
          <a:xfrm rot="10800000">
            <a:off x="4619975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3" type="title"/>
          </p:nvPr>
        </p:nvSpPr>
        <p:spPr>
          <a:xfrm>
            <a:off x="228600" y="45720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230075" y="882000"/>
            <a:ext cx="3716700" cy="112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4" type="body"/>
          </p:nvPr>
        </p:nvSpPr>
        <p:spPr>
          <a:xfrm>
            <a:off x="230075" y="3492500"/>
            <a:ext cx="3462600" cy="7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09" name="Google Shape;109;p10"/>
          <p:cNvSpPr/>
          <p:nvPr>
            <p:ph idx="5" type="pic"/>
          </p:nvPr>
        </p:nvSpPr>
        <p:spPr>
          <a:xfrm>
            <a:off x="5520400" y="921875"/>
            <a:ext cx="2724900" cy="329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8_1_1_1_1_1_1_1_1_1_1_1_1_1_1_1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 rot="8100000">
            <a:off x="1338758" y="1905656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" name="Google Shape;112;p11"/>
          <p:cNvSpPr/>
          <p:nvPr/>
        </p:nvSpPr>
        <p:spPr>
          <a:xfrm rot="-2700000">
            <a:off x="3109572" y="-1459928"/>
            <a:ext cx="2922755" cy="2922755"/>
          </a:xfrm>
          <a:prstGeom prst="rtTriangle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30075" y="15480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title"/>
          </p:nvPr>
        </p:nvSpPr>
        <p:spPr>
          <a:xfrm>
            <a:off x="228600" y="1960022"/>
            <a:ext cx="7224600" cy="12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Figtree"/>
              <a:buNone/>
              <a:defRPr sz="4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USTOM_8_1_1_1_1_1_1_1_1_1_1_1_1_1_1_1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1" type="subTitle"/>
          </p:nvPr>
        </p:nvSpPr>
        <p:spPr>
          <a:xfrm>
            <a:off x="1638400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subTitle"/>
          </p:nvPr>
        </p:nvSpPr>
        <p:spPr>
          <a:xfrm>
            <a:off x="30997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subTitle"/>
          </p:nvPr>
        </p:nvSpPr>
        <p:spPr>
          <a:xfrm>
            <a:off x="4563613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subTitle"/>
          </p:nvPr>
        </p:nvSpPr>
        <p:spPr>
          <a:xfrm>
            <a:off x="6024925" y="1547558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subTitle"/>
          </p:nvPr>
        </p:nvSpPr>
        <p:spPr>
          <a:xfrm>
            <a:off x="7521175" y="1547546"/>
            <a:ext cx="13725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subTitle"/>
          </p:nvPr>
        </p:nvSpPr>
        <p:spPr>
          <a:xfrm>
            <a:off x="381000" y="213148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subTitle"/>
          </p:nvPr>
        </p:nvSpPr>
        <p:spPr>
          <a:xfrm>
            <a:off x="381000" y="2687933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2"/>
          <p:cNvSpPr txBox="1"/>
          <p:nvPr>
            <p:ph idx="13" type="subTitle"/>
          </p:nvPr>
        </p:nvSpPr>
        <p:spPr>
          <a:xfrm>
            <a:off x="381000" y="32386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9" name="Google Shape;129;p12"/>
          <p:cNvSpPr txBox="1"/>
          <p:nvPr>
            <p:ph idx="14" type="subTitle"/>
          </p:nvPr>
        </p:nvSpPr>
        <p:spPr>
          <a:xfrm>
            <a:off x="381000" y="379505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30" name="Google Shape;130;p12"/>
          <p:cNvSpPr txBox="1"/>
          <p:nvPr>
            <p:ph idx="15" type="subTitle"/>
          </p:nvPr>
        </p:nvSpPr>
        <p:spPr>
          <a:xfrm>
            <a:off x="381000" y="4351508"/>
            <a:ext cx="1105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8_1_1_1_1_1_1_1_1_1_1_1_1_1_1_1_1_1_1_1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/>
          <p:nvPr/>
        </p:nvSpPr>
        <p:spPr>
          <a:xfrm flipH="1">
            <a:off x="6286500" y="0"/>
            <a:ext cx="2857500" cy="28575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0" y="250"/>
            <a:ext cx="45201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4903325" y="10727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5" name="Google Shape;135;p13"/>
          <p:cNvSpPr txBox="1"/>
          <p:nvPr>
            <p:ph idx="2" type="body"/>
          </p:nvPr>
        </p:nvSpPr>
        <p:spPr>
          <a:xfrm>
            <a:off x="4903325" y="2018675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36" name="Google Shape;136;p1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3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38" name="Google Shape;138;p13"/>
          <p:cNvSpPr/>
          <p:nvPr>
            <p:ph idx="4" type="pic"/>
          </p:nvPr>
        </p:nvSpPr>
        <p:spPr>
          <a:xfrm>
            <a:off x="230075" y="457200"/>
            <a:ext cx="3681600" cy="23097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3"/>
          <p:cNvSpPr txBox="1"/>
          <p:nvPr>
            <p:ph idx="5" type="title"/>
          </p:nvPr>
        </p:nvSpPr>
        <p:spPr>
          <a:xfrm>
            <a:off x="230075" y="2993600"/>
            <a:ext cx="36816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230075" y="3515700"/>
            <a:ext cx="36816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1" name="Google Shape;141;p13"/>
          <p:cNvSpPr txBox="1"/>
          <p:nvPr>
            <p:ph idx="7" type="body"/>
          </p:nvPr>
        </p:nvSpPr>
        <p:spPr>
          <a:xfrm>
            <a:off x="4903325" y="2964575"/>
            <a:ext cx="3681600" cy="4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42" name="Google Shape;142;p13"/>
          <p:cNvSpPr txBox="1"/>
          <p:nvPr>
            <p:ph idx="8" type="subTitle"/>
          </p:nvPr>
        </p:nvSpPr>
        <p:spPr>
          <a:xfrm>
            <a:off x="4903325" y="26537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9" type="subTitle"/>
          </p:nvPr>
        </p:nvSpPr>
        <p:spPr>
          <a:xfrm>
            <a:off x="4903325" y="17078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13" type="subTitle"/>
          </p:nvPr>
        </p:nvSpPr>
        <p:spPr>
          <a:xfrm>
            <a:off x="4903325" y="761900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ards">
  <p:cSld name="CUSTOM_8_1_1_1_1_1_1_1_1_1_1_1_1_1_1_1_1_1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1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28600" y="882000"/>
            <a:ext cx="2514300" cy="643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0" name="Google Shape;150;p14"/>
          <p:cNvSpPr txBox="1"/>
          <p:nvPr>
            <p:ph idx="4" type="subTitle"/>
          </p:nvPr>
        </p:nvSpPr>
        <p:spPr>
          <a:xfrm>
            <a:off x="34332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1" name="Google Shape;151;p14"/>
          <p:cNvSpPr txBox="1"/>
          <p:nvPr>
            <p:ph idx="5" type="subTitle"/>
          </p:nvPr>
        </p:nvSpPr>
        <p:spPr>
          <a:xfrm>
            <a:off x="4733675" y="2026000"/>
            <a:ext cx="2362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8_1_1_1_1_1_1_1_1_1_1_1_1_1_1_1_1_1_1_1_1_1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4" name="Google Shape;154;p1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37600" y="432627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6" name="Google Shape;156;p15"/>
          <p:cNvSpPr txBox="1"/>
          <p:nvPr>
            <p:ph idx="3" type="subTitle"/>
          </p:nvPr>
        </p:nvSpPr>
        <p:spPr>
          <a:xfrm>
            <a:off x="1603898" y="4342896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57" name="Google Shape;157;p15"/>
          <p:cNvSpPr txBox="1"/>
          <p:nvPr>
            <p:ph idx="4" type="subTitle"/>
          </p:nvPr>
        </p:nvSpPr>
        <p:spPr>
          <a:xfrm>
            <a:off x="330825" y="418932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8" name="Google Shape;158;p15"/>
          <p:cNvSpPr txBox="1"/>
          <p:nvPr>
            <p:ph idx="5" type="body"/>
          </p:nvPr>
        </p:nvSpPr>
        <p:spPr>
          <a:xfrm>
            <a:off x="4637600" y="332264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59" name="Google Shape;159;p15"/>
          <p:cNvSpPr txBox="1"/>
          <p:nvPr>
            <p:ph idx="6" type="subTitle"/>
          </p:nvPr>
        </p:nvSpPr>
        <p:spPr>
          <a:xfrm>
            <a:off x="1603898" y="3339267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0" name="Google Shape;160;p15"/>
          <p:cNvSpPr txBox="1"/>
          <p:nvPr>
            <p:ph idx="7" type="subTitle"/>
          </p:nvPr>
        </p:nvSpPr>
        <p:spPr>
          <a:xfrm>
            <a:off x="330825" y="3185695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5"/>
          <p:cNvSpPr txBox="1"/>
          <p:nvPr>
            <p:ph idx="8" type="body"/>
          </p:nvPr>
        </p:nvSpPr>
        <p:spPr>
          <a:xfrm>
            <a:off x="4637600" y="234198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2" name="Google Shape;162;p15"/>
          <p:cNvSpPr txBox="1"/>
          <p:nvPr>
            <p:ph idx="9" type="subTitle"/>
          </p:nvPr>
        </p:nvSpPr>
        <p:spPr>
          <a:xfrm>
            <a:off x="1603898" y="2358608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3" name="Google Shape;163;p15"/>
          <p:cNvSpPr txBox="1"/>
          <p:nvPr>
            <p:ph idx="13" type="subTitle"/>
          </p:nvPr>
        </p:nvSpPr>
        <p:spPr>
          <a:xfrm>
            <a:off x="330825" y="2205037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idx="14" type="body"/>
          </p:nvPr>
        </p:nvSpPr>
        <p:spPr>
          <a:xfrm>
            <a:off x="4637600" y="1361325"/>
            <a:ext cx="39348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65" name="Google Shape;165;p15"/>
          <p:cNvSpPr txBox="1"/>
          <p:nvPr>
            <p:ph idx="15" type="subTitle"/>
          </p:nvPr>
        </p:nvSpPr>
        <p:spPr>
          <a:xfrm>
            <a:off x="1603898" y="1377949"/>
            <a:ext cx="2372700" cy="41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66" name="Google Shape;166;p15"/>
          <p:cNvSpPr txBox="1"/>
          <p:nvPr>
            <p:ph idx="16" type="subTitle"/>
          </p:nvPr>
        </p:nvSpPr>
        <p:spPr>
          <a:xfrm>
            <a:off x="330825" y="1224378"/>
            <a:ext cx="923400" cy="7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7" name="Google Shape;167;p15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CUSTOM_8_1_1_1_1_1_1_1_1_1_1_1_1_1_1_1_1_1_1_1_1_1_1_1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idx="1" type="body"/>
          </p:nvPr>
        </p:nvSpPr>
        <p:spPr>
          <a:xfrm>
            <a:off x="3316788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0" name="Google Shape;170;p1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1" name="Google Shape;171;p1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72" name="Google Shape;172;p16"/>
          <p:cNvSpPr txBox="1"/>
          <p:nvPr>
            <p:ph idx="3" type="subTitle"/>
          </p:nvPr>
        </p:nvSpPr>
        <p:spPr>
          <a:xfrm>
            <a:off x="355609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3" name="Google Shape;173;p16"/>
          <p:cNvSpPr txBox="1"/>
          <p:nvPr>
            <p:ph idx="4" type="body"/>
          </p:nvPr>
        </p:nvSpPr>
        <p:spPr>
          <a:xfrm>
            <a:off x="387450" y="15161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74" name="Google Shape;174;p16"/>
          <p:cNvSpPr txBox="1"/>
          <p:nvPr>
            <p:ph idx="5" type="subTitle"/>
          </p:nvPr>
        </p:nvSpPr>
        <p:spPr>
          <a:xfrm>
            <a:off x="3284965" y="5499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5" name="Google Shape;175;p16"/>
          <p:cNvSpPr txBox="1"/>
          <p:nvPr>
            <p:ph idx="6" type="subTitle"/>
          </p:nvPr>
        </p:nvSpPr>
        <p:spPr>
          <a:xfrm>
            <a:off x="6213059" y="560550"/>
            <a:ext cx="2433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76" name="Google Shape;176;p16"/>
          <p:cNvSpPr txBox="1"/>
          <p:nvPr>
            <p:ph idx="7" type="body"/>
          </p:nvPr>
        </p:nvSpPr>
        <p:spPr>
          <a:xfrm>
            <a:off x="6244900" y="1526750"/>
            <a:ext cx="25131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2">
  <p:cSld name="CUSTOM_8_1_1_1_1_1_1_1_1_1_1_1_1_1_1_1_1_1_1_1_1_1_1_1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 rot="10800000">
            <a:off x="-25" y="250"/>
            <a:ext cx="3066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230934" y="1805263"/>
            <a:ext cx="3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🡖</a:t>
            </a:r>
            <a:endParaRPr sz="160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0" name="Google Shape;180;p17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182" name="Google Shape;182;p17"/>
          <p:cNvSpPr txBox="1"/>
          <p:nvPr>
            <p:ph idx="3" type="title"/>
          </p:nvPr>
        </p:nvSpPr>
        <p:spPr>
          <a:xfrm>
            <a:off x="230937" y="1593450"/>
            <a:ext cx="237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230938" y="2041800"/>
            <a:ext cx="2378700" cy="9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4" name="Google Shape;184;p17"/>
          <p:cNvSpPr txBox="1"/>
          <p:nvPr>
            <p:ph idx="4" type="body"/>
          </p:nvPr>
        </p:nvSpPr>
        <p:spPr>
          <a:xfrm>
            <a:off x="34393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5" name="Google Shape;185;p17"/>
          <p:cNvSpPr txBox="1"/>
          <p:nvPr>
            <p:ph idx="5" type="subTitle"/>
          </p:nvPr>
        </p:nvSpPr>
        <p:spPr>
          <a:xfrm>
            <a:off x="34393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body"/>
          </p:nvPr>
        </p:nvSpPr>
        <p:spPr>
          <a:xfrm>
            <a:off x="34393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7" name="Google Shape;187;p17"/>
          <p:cNvSpPr txBox="1"/>
          <p:nvPr>
            <p:ph idx="7" type="subTitle"/>
          </p:nvPr>
        </p:nvSpPr>
        <p:spPr>
          <a:xfrm>
            <a:off x="34393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8" type="body"/>
          </p:nvPr>
        </p:nvSpPr>
        <p:spPr>
          <a:xfrm>
            <a:off x="6313271" y="907600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89" name="Google Shape;189;p17"/>
          <p:cNvSpPr txBox="1"/>
          <p:nvPr>
            <p:ph idx="9" type="subTitle"/>
          </p:nvPr>
        </p:nvSpPr>
        <p:spPr>
          <a:xfrm>
            <a:off x="6313263" y="618975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6313271" y="2532294"/>
            <a:ext cx="2498700" cy="3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subTitle"/>
          </p:nvPr>
        </p:nvSpPr>
        <p:spPr>
          <a:xfrm>
            <a:off x="6313263" y="2243669"/>
            <a:ext cx="2378700" cy="16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body"/>
          </p:nvPr>
        </p:nvSpPr>
        <p:spPr>
          <a:xfrm>
            <a:off x="230650" y="3875100"/>
            <a:ext cx="2378700" cy="9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●"/>
              <a:defRPr>
                <a:latin typeface="Figtree"/>
                <a:ea typeface="Figtree"/>
                <a:cs typeface="Figtree"/>
                <a:sym typeface="Figtree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○"/>
              <a:defRPr>
                <a:latin typeface="Figtree"/>
                <a:ea typeface="Figtree"/>
                <a:cs typeface="Figtree"/>
                <a:sym typeface="Figtree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Char char="■"/>
              <a:defRPr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17"/>
          <p:cNvSpPr/>
          <p:nvPr>
            <p:ph idx="16" type="pic"/>
          </p:nvPr>
        </p:nvSpPr>
        <p:spPr>
          <a:xfrm>
            <a:off x="230350" y="457200"/>
            <a:ext cx="853200" cy="103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14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 rot="-2700000">
            <a:off x="1338758" y="-3230594"/>
            <a:ext cx="6464087" cy="6464087"/>
          </a:xfrm>
          <a:prstGeom prst="rtTriangle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96" name="Google Shape;196;p18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7" name="Google Shape;197;p18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198" name="Google Shape;198;p18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429350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0" name="Google Shape;200;p18"/>
          <p:cNvSpPr txBox="1"/>
          <p:nvPr>
            <p:ph idx="4" type="subTitle"/>
          </p:nvPr>
        </p:nvSpPr>
        <p:spPr>
          <a:xfrm>
            <a:off x="429350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1" name="Google Shape;201;p18"/>
          <p:cNvSpPr txBox="1"/>
          <p:nvPr>
            <p:ph idx="5" type="body"/>
          </p:nvPr>
        </p:nvSpPr>
        <p:spPr>
          <a:xfrm>
            <a:off x="4833813" y="180150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2" name="Google Shape;202;p18"/>
          <p:cNvSpPr txBox="1"/>
          <p:nvPr>
            <p:ph idx="6" type="subTitle"/>
          </p:nvPr>
        </p:nvSpPr>
        <p:spPr>
          <a:xfrm>
            <a:off x="4833813" y="128600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3" name="Google Shape;203;p18"/>
          <p:cNvSpPr txBox="1"/>
          <p:nvPr>
            <p:ph idx="7" type="body"/>
          </p:nvPr>
        </p:nvSpPr>
        <p:spPr>
          <a:xfrm>
            <a:off x="2631588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8" type="subTitle"/>
          </p:nvPr>
        </p:nvSpPr>
        <p:spPr>
          <a:xfrm>
            <a:off x="2631588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05" name="Google Shape;205;p18"/>
          <p:cNvSpPr txBox="1"/>
          <p:nvPr>
            <p:ph idx="9" type="body"/>
          </p:nvPr>
        </p:nvSpPr>
        <p:spPr>
          <a:xfrm>
            <a:off x="7036075" y="2360650"/>
            <a:ext cx="16833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06" name="Google Shape;206;p18"/>
          <p:cNvSpPr txBox="1"/>
          <p:nvPr>
            <p:ph idx="13" type="subTitle"/>
          </p:nvPr>
        </p:nvSpPr>
        <p:spPr>
          <a:xfrm>
            <a:off x="7036075" y="1845150"/>
            <a:ext cx="16833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">
  <p:cSld name="CUSTOM_8_1_1_1_1_1_1_1_1_1_1_1_1_1_1_1_1_1_1_1_1_1_1_1_1_1_1_1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9" name="Google Shape;209;p19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0" name="Google Shape;210;p19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337797" y="1044075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2" name="Google Shape;212;p19"/>
          <p:cNvSpPr txBox="1"/>
          <p:nvPr>
            <p:ph idx="3" type="body"/>
          </p:nvPr>
        </p:nvSpPr>
        <p:spPr>
          <a:xfrm>
            <a:off x="5967566" y="1044075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3" name="Google Shape;213;p19"/>
          <p:cNvSpPr txBox="1"/>
          <p:nvPr>
            <p:ph idx="4" type="body"/>
          </p:nvPr>
        </p:nvSpPr>
        <p:spPr>
          <a:xfrm>
            <a:off x="321474" y="3385428"/>
            <a:ext cx="2839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4" name="Google Shape;214;p19"/>
          <p:cNvSpPr txBox="1"/>
          <p:nvPr>
            <p:ph idx="5" type="body"/>
          </p:nvPr>
        </p:nvSpPr>
        <p:spPr>
          <a:xfrm>
            <a:off x="5951149" y="3385428"/>
            <a:ext cx="28557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15" name="Google Shape;215;p19"/>
          <p:cNvSpPr txBox="1"/>
          <p:nvPr>
            <p:ph idx="6" type="subTitle"/>
          </p:nvPr>
        </p:nvSpPr>
        <p:spPr>
          <a:xfrm>
            <a:off x="3505113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6" name="Google Shape;216;p19"/>
          <p:cNvSpPr txBox="1"/>
          <p:nvPr>
            <p:ph idx="7" type="subTitle"/>
          </p:nvPr>
        </p:nvSpPr>
        <p:spPr>
          <a:xfrm>
            <a:off x="4638638" y="200547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7" name="Google Shape;217;p19"/>
          <p:cNvSpPr txBox="1"/>
          <p:nvPr>
            <p:ph idx="8" type="subTitle"/>
          </p:nvPr>
        </p:nvSpPr>
        <p:spPr>
          <a:xfrm>
            <a:off x="3505525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8" name="Google Shape;218;p19"/>
          <p:cNvSpPr txBox="1"/>
          <p:nvPr>
            <p:ph idx="9" type="subTitle"/>
          </p:nvPr>
        </p:nvSpPr>
        <p:spPr>
          <a:xfrm>
            <a:off x="4639050" y="2965825"/>
            <a:ext cx="10002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19" name="Google Shape;219;p19"/>
          <p:cNvSpPr txBox="1"/>
          <p:nvPr>
            <p:ph idx="13" type="subTitle"/>
          </p:nvPr>
        </p:nvSpPr>
        <p:spPr>
          <a:xfrm>
            <a:off x="4319044" y="2485650"/>
            <a:ext cx="5067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0" name="Google Shape;220;p19"/>
          <p:cNvSpPr txBox="1"/>
          <p:nvPr>
            <p:ph idx="14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1">
  <p:cSld name="CUSTOM_8_1_1_1_1_1_1_1_1_1_1_1_1_1_1_1_1_1_1_1_1_1_1_1_1_1_1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 flipH="1" rot="5400000">
            <a:off x="6563025" y="657900"/>
            <a:ext cx="1358100" cy="37926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3" name="Google Shape;223;p20"/>
          <p:cNvSpPr/>
          <p:nvPr/>
        </p:nvSpPr>
        <p:spPr>
          <a:xfrm rot="5400000">
            <a:off x="580600" y="1292250"/>
            <a:ext cx="1358100" cy="25239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descr="A landscape shot of a marshland at dusk. " id="224" name="Google Shape;224;p20"/>
          <p:cNvPicPr preferRelativeResize="0"/>
          <p:nvPr/>
        </p:nvPicPr>
        <p:blipFill rotWithShape="1">
          <a:blip r:embed="rId2">
            <a:alphaModFix/>
          </a:blip>
          <a:srcRect b="14407" l="0" r="0" t="14414"/>
          <a:stretch/>
        </p:blipFill>
        <p:spPr>
          <a:xfrm>
            <a:off x="2517525" y="1875150"/>
            <a:ext cx="2822973" cy="1350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" type="body"/>
          </p:nvPr>
        </p:nvSpPr>
        <p:spPr>
          <a:xfrm>
            <a:off x="32729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6" name="Google Shape;226;p20"/>
          <p:cNvSpPr txBox="1"/>
          <p:nvPr>
            <p:ph idx="2" type="body"/>
          </p:nvPr>
        </p:nvSpPr>
        <p:spPr>
          <a:xfrm>
            <a:off x="1806550" y="25581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7" name="Google Shape;227;p20"/>
          <p:cNvSpPr txBox="1"/>
          <p:nvPr>
            <p:ph idx="3" type="body"/>
          </p:nvPr>
        </p:nvSpPr>
        <p:spPr>
          <a:xfrm>
            <a:off x="335425" y="1201925"/>
            <a:ext cx="11499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8" name="Google Shape;228;p20"/>
          <p:cNvSpPr txBox="1"/>
          <p:nvPr>
            <p:ph idx="4" type="body"/>
          </p:nvPr>
        </p:nvSpPr>
        <p:spPr>
          <a:xfrm>
            <a:off x="4721725" y="12297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29" name="Google Shape;229;p20"/>
          <p:cNvSpPr txBox="1"/>
          <p:nvPr>
            <p:ph idx="5" type="body"/>
          </p:nvPr>
        </p:nvSpPr>
        <p:spPr>
          <a:xfrm>
            <a:off x="6193925" y="2623525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0" name="Google Shape;230;p20"/>
          <p:cNvSpPr txBox="1"/>
          <p:nvPr>
            <p:ph idx="6" type="subTitle"/>
          </p:nvPr>
        </p:nvSpPr>
        <p:spPr>
          <a:xfrm>
            <a:off x="32730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1" name="Google Shape;231;p20"/>
          <p:cNvSpPr txBox="1"/>
          <p:nvPr>
            <p:ph idx="7" type="subTitle"/>
          </p:nvPr>
        </p:nvSpPr>
        <p:spPr>
          <a:xfrm>
            <a:off x="1806638" y="32699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2" name="Google Shape;232;p20"/>
          <p:cNvSpPr txBox="1"/>
          <p:nvPr>
            <p:ph idx="8" type="subTitle"/>
          </p:nvPr>
        </p:nvSpPr>
        <p:spPr>
          <a:xfrm>
            <a:off x="335513" y="19137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3" name="Google Shape;233;p20"/>
          <p:cNvSpPr txBox="1"/>
          <p:nvPr>
            <p:ph idx="9" type="subTitle"/>
          </p:nvPr>
        </p:nvSpPr>
        <p:spPr>
          <a:xfrm>
            <a:off x="4721813" y="19415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4" name="Google Shape;234;p20"/>
          <p:cNvSpPr txBox="1"/>
          <p:nvPr>
            <p:ph idx="13" type="subTitle"/>
          </p:nvPr>
        </p:nvSpPr>
        <p:spPr>
          <a:xfrm>
            <a:off x="6194013" y="3335375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5" name="Google Shape;235;p20"/>
          <p:cNvSpPr txBox="1"/>
          <p:nvPr>
            <p:ph idx="14" type="subTitle"/>
          </p:nvPr>
        </p:nvSpPr>
        <p:spPr>
          <a:xfrm>
            <a:off x="7658713" y="4312650"/>
            <a:ext cx="1149900" cy="43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36" name="Google Shape;236;p20"/>
          <p:cNvSpPr txBox="1"/>
          <p:nvPr>
            <p:ph idx="15" type="body"/>
          </p:nvPr>
        </p:nvSpPr>
        <p:spPr>
          <a:xfrm>
            <a:off x="7658625" y="3600800"/>
            <a:ext cx="1149900" cy="5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6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39" name="Google Shape;239;p20"/>
          <p:cNvSpPr txBox="1"/>
          <p:nvPr>
            <p:ph idx="17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 - Alt 2">
  <p:cSld name="CUSTOM_8_1_1_1_1_1_1_1_1_1_1_1_1_1_1_1_1_1_1_1_1_1_1_1_1_1_1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/>
          <p:nvPr/>
        </p:nvSpPr>
        <p:spPr>
          <a:xfrm flipH="1">
            <a:off x="5961300" y="0"/>
            <a:ext cx="3177300" cy="31773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42" name="Google Shape;242;p21"/>
          <p:cNvSpPr/>
          <p:nvPr/>
        </p:nvSpPr>
        <p:spPr>
          <a:xfrm rot="5400000">
            <a:off x="3888975" y="-2016150"/>
            <a:ext cx="1358100" cy="9140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3" name="Google Shape;243;p2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Figtree"/>
              <a:buNone/>
              <a:defRPr sz="700"/>
            </a:lvl9pPr>
          </a:lstStyle>
          <a:p/>
        </p:txBody>
      </p:sp>
      <p:sp>
        <p:nvSpPr>
          <p:cNvPr id="244" name="Google Shape;244;p2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45" name="Google Shape;245;p21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6" name="Google Shape;246;p21"/>
          <p:cNvSpPr txBox="1"/>
          <p:nvPr>
            <p:ph idx="1" type="subTitle"/>
          </p:nvPr>
        </p:nvSpPr>
        <p:spPr>
          <a:xfrm>
            <a:off x="4866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7" name="Google Shape;247;p21"/>
          <p:cNvSpPr txBox="1"/>
          <p:nvPr>
            <p:ph idx="4" type="body"/>
          </p:nvPr>
        </p:nvSpPr>
        <p:spPr>
          <a:xfrm>
            <a:off x="4866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48" name="Google Shape;248;p21"/>
          <p:cNvSpPr txBox="1"/>
          <p:nvPr>
            <p:ph idx="5" type="subTitle"/>
          </p:nvPr>
        </p:nvSpPr>
        <p:spPr>
          <a:xfrm>
            <a:off x="3431225" y="166807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9" name="Google Shape;249;p21"/>
          <p:cNvSpPr txBox="1"/>
          <p:nvPr>
            <p:ph idx="6" type="body"/>
          </p:nvPr>
        </p:nvSpPr>
        <p:spPr>
          <a:xfrm>
            <a:off x="3431250" y="198448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0" name="Google Shape;250;p21"/>
          <p:cNvSpPr txBox="1"/>
          <p:nvPr>
            <p:ph idx="7" type="subTitle"/>
          </p:nvPr>
        </p:nvSpPr>
        <p:spPr>
          <a:xfrm>
            <a:off x="6375825" y="1307025"/>
            <a:ext cx="2281500" cy="2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1" name="Google Shape;251;p21"/>
          <p:cNvSpPr txBox="1"/>
          <p:nvPr>
            <p:ph idx="8" type="body"/>
          </p:nvPr>
        </p:nvSpPr>
        <p:spPr>
          <a:xfrm>
            <a:off x="6375850" y="1623430"/>
            <a:ext cx="22815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- Alt 1">
  <p:cSld name="CUSTOM_8_1_1_1_1_1_1_1_1_1_1_1_1_1_1_1_1_1_1_1_1_1_1_1_1_1_1_1_1_1_1_1_1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7529650" y="250"/>
            <a:ext cx="1614900" cy="51477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lt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54" name="Google Shape;254;p2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5" name="Google Shape;255;p2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56" name="Google Shape;256;p22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1" type="body"/>
          </p:nvPr>
        </p:nvSpPr>
        <p:spPr>
          <a:xfrm>
            <a:off x="230075" y="990150"/>
            <a:ext cx="361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ost"/>
              <a:buChar char="■"/>
              <a:defRPr sz="1000"/>
            </a:lvl9pPr>
          </a:lstStyle>
          <a:p/>
        </p:txBody>
      </p:sp>
      <p:sp>
        <p:nvSpPr>
          <p:cNvPr id="258" name="Google Shape;258;p22"/>
          <p:cNvSpPr txBox="1"/>
          <p:nvPr>
            <p:ph idx="4" type="subTitle"/>
          </p:nvPr>
        </p:nvSpPr>
        <p:spPr>
          <a:xfrm>
            <a:off x="228600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9" name="Google Shape;259;p22"/>
          <p:cNvSpPr txBox="1"/>
          <p:nvPr>
            <p:ph idx="5" type="subTitle"/>
          </p:nvPr>
        </p:nvSpPr>
        <p:spPr>
          <a:xfrm>
            <a:off x="230075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6" type="subTitle"/>
          </p:nvPr>
        </p:nvSpPr>
        <p:spPr>
          <a:xfrm>
            <a:off x="1983338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1" name="Google Shape;261;p22"/>
          <p:cNvSpPr txBox="1"/>
          <p:nvPr>
            <p:ph idx="7" type="subTitle"/>
          </p:nvPr>
        </p:nvSpPr>
        <p:spPr>
          <a:xfrm>
            <a:off x="1984813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8" type="subTitle"/>
          </p:nvPr>
        </p:nvSpPr>
        <p:spPr>
          <a:xfrm>
            <a:off x="3739563" y="4156375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3" name="Google Shape;263;p22"/>
          <p:cNvSpPr txBox="1"/>
          <p:nvPr>
            <p:ph idx="9" type="subTitle"/>
          </p:nvPr>
        </p:nvSpPr>
        <p:spPr>
          <a:xfrm>
            <a:off x="3741038" y="3582936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3" type="subTitle"/>
          </p:nvPr>
        </p:nvSpPr>
        <p:spPr>
          <a:xfrm>
            <a:off x="228600" y="3211175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65" name="Google Shape;265;p22"/>
          <p:cNvSpPr txBox="1"/>
          <p:nvPr>
            <p:ph idx="14" type="subTitle"/>
          </p:nvPr>
        </p:nvSpPr>
        <p:spPr>
          <a:xfrm>
            <a:off x="228600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6" name="Google Shape;266;p22"/>
          <p:cNvSpPr txBox="1"/>
          <p:nvPr>
            <p:ph idx="15" type="subTitle"/>
          </p:nvPr>
        </p:nvSpPr>
        <p:spPr>
          <a:xfrm>
            <a:off x="230075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16" type="subTitle"/>
          </p:nvPr>
        </p:nvSpPr>
        <p:spPr>
          <a:xfrm>
            <a:off x="1983338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68" name="Google Shape;268;p22"/>
          <p:cNvSpPr txBox="1"/>
          <p:nvPr>
            <p:ph idx="17" type="subTitle"/>
          </p:nvPr>
        </p:nvSpPr>
        <p:spPr>
          <a:xfrm>
            <a:off x="1984813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idx="18" type="subTitle"/>
          </p:nvPr>
        </p:nvSpPr>
        <p:spPr>
          <a:xfrm>
            <a:off x="3739563" y="2663863"/>
            <a:ext cx="12528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0" name="Google Shape;270;p22"/>
          <p:cNvSpPr txBox="1"/>
          <p:nvPr>
            <p:ph idx="19" type="subTitle"/>
          </p:nvPr>
        </p:nvSpPr>
        <p:spPr>
          <a:xfrm>
            <a:off x="3741038" y="2090424"/>
            <a:ext cx="1252800" cy="4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idx="20" type="subTitle"/>
          </p:nvPr>
        </p:nvSpPr>
        <p:spPr>
          <a:xfrm>
            <a:off x="228600" y="1718663"/>
            <a:ext cx="31302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Alt 1">
  <p:cSld name="CUSTOM_8_1_1_1_1_1_1_1_1_1_1_1_1_1_1_1_1_1_1_1_1_1_1_1_1_1_1_1_1_1_1_1_1_1_1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4" name="Google Shape;274;p23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75" name="Google Shape;275;p23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4" type="subTitle"/>
          </p:nvPr>
        </p:nvSpPr>
        <p:spPr>
          <a:xfrm>
            <a:off x="419070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8" name="Google Shape;278;p23"/>
          <p:cNvSpPr txBox="1"/>
          <p:nvPr>
            <p:ph idx="5" type="subTitle"/>
          </p:nvPr>
        </p:nvSpPr>
        <p:spPr>
          <a:xfrm>
            <a:off x="419075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6" type="subTitle"/>
          </p:nvPr>
        </p:nvSpPr>
        <p:spPr>
          <a:xfrm>
            <a:off x="419076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7" type="subTitle"/>
          </p:nvPr>
        </p:nvSpPr>
        <p:spPr>
          <a:xfrm>
            <a:off x="26244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1" name="Google Shape;281;p23"/>
          <p:cNvSpPr txBox="1"/>
          <p:nvPr>
            <p:ph idx="8" type="subTitle"/>
          </p:nvPr>
        </p:nvSpPr>
        <p:spPr>
          <a:xfrm>
            <a:off x="26244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9" type="subTitle"/>
          </p:nvPr>
        </p:nvSpPr>
        <p:spPr>
          <a:xfrm>
            <a:off x="26244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3" type="subTitle"/>
          </p:nvPr>
        </p:nvSpPr>
        <p:spPr>
          <a:xfrm>
            <a:off x="4815495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4" name="Google Shape;284;p23"/>
          <p:cNvSpPr txBox="1"/>
          <p:nvPr>
            <p:ph idx="14" type="subTitle"/>
          </p:nvPr>
        </p:nvSpPr>
        <p:spPr>
          <a:xfrm>
            <a:off x="4815500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5" type="subTitle"/>
          </p:nvPr>
        </p:nvSpPr>
        <p:spPr>
          <a:xfrm>
            <a:off x="4815501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16" type="subTitle"/>
          </p:nvPr>
        </p:nvSpPr>
        <p:spPr>
          <a:xfrm>
            <a:off x="7006607" y="2462250"/>
            <a:ext cx="16938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idx="17" type="subTitle"/>
          </p:nvPr>
        </p:nvSpPr>
        <p:spPr>
          <a:xfrm>
            <a:off x="7006613" y="2708625"/>
            <a:ext cx="1550700" cy="12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18" type="subTitle"/>
          </p:nvPr>
        </p:nvSpPr>
        <p:spPr>
          <a:xfrm>
            <a:off x="7006613" y="4077075"/>
            <a:ext cx="1693800" cy="219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display 2">
  <p:cSld name="CUSTOM_8_1_1_1_1_1_1_1_1_1_1_1_1_1_1_1_1_1_1_1_1_1_1_1_1_1_1_1_1_1_1_1_1_1_1_2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24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2" name="Google Shape;292;p24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294" name="Google Shape;294;p24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igtree"/>
              <a:buNone/>
              <a:defRPr sz="2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5" name="Google Shape;295;p24"/>
          <p:cNvSpPr txBox="1"/>
          <p:nvPr>
            <p:ph idx="1" type="subTitle"/>
          </p:nvPr>
        </p:nvSpPr>
        <p:spPr>
          <a:xfrm>
            <a:off x="3238050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6" name="Google Shape;296;p24"/>
          <p:cNvSpPr txBox="1"/>
          <p:nvPr>
            <p:ph idx="4" type="subTitle"/>
          </p:nvPr>
        </p:nvSpPr>
        <p:spPr>
          <a:xfrm>
            <a:off x="4056600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5" type="subTitle"/>
          </p:nvPr>
        </p:nvSpPr>
        <p:spPr>
          <a:xfrm>
            <a:off x="3457950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98" name="Google Shape;298;p24"/>
          <p:cNvSpPr txBox="1"/>
          <p:nvPr>
            <p:ph idx="6" type="subTitle"/>
          </p:nvPr>
        </p:nvSpPr>
        <p:spPr>
          <a:xfrm>
            <a:off x="803225" y="18179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9" name="Google Shape;299;p24"/>
          <p:cNvSpPr txBox="1"/>
          <p:nvPr>
            <p:ph idx="7" type="subTitle"/>
          </p:nvPr>
        </p:nvSpPr>
        <p:spPr>
          <a:xfrm>
            <a:off x="1621775" y="27017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8" type="subTitle"/>
          </p:nvPr>
        </p:nvSpPr>
        <p:spPr>
          <a:xfrm>
            <a:off x="1023125" y="22466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1" name="Google Shape;301;p24"/>
          <p:cNvSpPr txBox="1"/>
          <p:nvPr>
            <p:ph idx="9" type="subTitle"/>
          </p:nvPr>
        </p:nvSpPr>
        <p:spPr>
          <a:xfrm>
            <a:off x="5672875" y="1804700"/>
            <a:ext cx="26679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02" name="Google Shape;302;p24"/>
          <p:cNvSpPr txBox="1"/>
          <p:nvPr>
            <p:ph idx="13" type="subTitle"/>
          </p:nvPr>
        </p:nvSpPr>
        <p:spPr>
          <a:xfrm>
            <a:off x="6491425" y="2688550"/>
            <a:ext cx="11247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14" type="subTitle"/>
          </p:nvPr>
        </p:nvSpPr>
        <p:spPr>
          <a:xfrm>
            <a:off x="5892775" y="2233425"/>
            <a:ext cx="2228100" cy="53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CUSTOM_8_1_1_1_1_1_1_1_1_1_1_1_1_1_1_1_1_1_1_1_1_1_1_1_1_1_1_1_1_1_1_1_1_1_1_1_1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 rot="5400000">
            <a:off x="5473500" y="0"/>
            <a:ext cx="3670500" cy="3670500"/>
          </a:xfrm>
          <a:prstGeom prst="rect">
            <a:avLst/>
          </a:prstGeom>
          <a:gradFill>
            <a:gsLst>
              <a:gs pos="0">
                <a:schemeClr val="accent5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06" name="Google Shape;306;p25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7" name="Google Shape;307;p25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3" type="title"/>
          </p:nvPr>
        </p:nvSpPr>
        <p:spPr>
          <a:xfrm>
            <a:off x="228600" y="457200"/>
            <a:ext cx="4160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1" type="subTitle"/>
          </p:nvPr>
        </p:nvSpPr>
        <p:spPr>
          <a:xfrm>
            <a:off x="228600" y="792994"/>
            <a:ext cx="31302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0" name="Google Shape;310;p25"/>
          <p:cNvSpPr txBox="1"/>
          <p:nvPr>
            <p:ph idx="4" type="title"/>
          </p:nvPr>
        </p:nvSpPr>
        <p:spPr>
          <a:xfrm>
            <a:off x="91525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5" type="title"/>
          </p:nvPr>
        </p:nvSpPr>
        <p:spPr>
          <a:xfrm>
            <a:off x="2849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6" type="title"/>
          </p:nvPr>
        </p:nvSpPr>
        <p:spPr>
          <a:xfrm>
            <a:off x="429895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7" type="title"/>
          </p:nvPr>
        </p:nvSpPr>
        <p:spPr>
          <a:xfrm>
            <a:off x="7298500" y="1935942"/>
            <a:ext cx="1422300" cy="464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Figtree"/>
              <a:buNone/>
              <a:defRPr sz="3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8" type="subTitle"/>
          </p:nvPr>
        </p:nvSpPr>
        <p:spPr>
          <a:xfrm>
            <a:off x="442900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idx="9" type="subTitle"/>
          </p:nvPr>
        </p:nvSpPr>
        <p:spPr>
          <a:xfrm>
            <a:off x="442900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6" name="Google Shape;316;p25"/>
          <p:cNvSpPr txBox="1"/>
          <p:nvPr>
            <p:ph idx="13" type="body"/>
          </p:nvPr>
        </p:nvSpPr>
        <p:spPr>
          <a:xfrm>
            <a:off x="442898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17" name="Google Shape;317;p25"/>
          <p:cNvSpPr txBox="1"/>
          <p:nvPr>
            <p:ph idx="14" type="subTitle"/>
          </p:nvPr>
        </p:nvSpPr>
        <p:spPr>
          <a:xfrm>
            <a:off x="3201413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18" name="Google Shape;318;p25"/>
          <p:cNvSpPr txBox="1"/>
          <p:nvPr>
            <p:ph idx="15" type="subTitle"/>
          </p:nvPr>
        </p:nvSpPr>
        <p:spPr>
          <a:xfrm>
            <a:off x="3201413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19" name="Google Shape;319;p25"/>
          <p:cNvSpPr txBox="1"/>
          <p:nvPr>
            <p:ph idx="16" type="body"/>
          </p:nvPr>
        </p:nvSpPr>
        <p:spPr>
          <a:xfrm>
            <a:off x="3201411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17" type="subTitle"/>
          </p:nvPr>
        </p:nvSpPr>
        <p:spPr>
          <a:xfrm>
            <a:off x="4652727" y="3173750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18" type="subTitle"/>
          </p:nvPr>
        </p:nvSpPr>
        <p:spPr>
          <a:xfrm>
            <a:off x="4652727" y="3419421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19" type="body"/>
          </p:nvPr>
        </p:nvSpPr>
        <p:spPr>
          <a:xfrm>
            <a:off x="4652725" y="3851575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20" type="subTitle"/>
          </p:nvPr>
        </p:nvSpPr>
        <p:spPr>
          <a:xfrm>
            <a:off x="7646687" y="3172725"/>
            <a:ext cx="1289400" cy="2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Figtree Light"/>
                <a:ea typeface="Figtree Light"/>
                <a:cs typeface="Figtree Light"/>
                <a:sym typeface="Figtree Light"/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21" type="subTitle"/>
          </p:nvPr>
        </p:nvSpPr>
        <p:spPr>
          <a:xfrm>
            <a:off x="7646687" y="3418396"/>
            <a:ext cx="1289400" cy="1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22" type="body"/>
          </p:nvPr>
        </p:nvSpPr>
        <p:spPr>
          <a:xfrm>
            <a:off x="7646686" y="3850550"/>
            <a:ext cx="12894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●"/>
              <a:defRPr sz="900">
                <a:latin typeface="Jost Light"/>
                <a:ea typeface="Jost Light"/>
                <a:cs typeface="Jost Light"/>
                <a:sym typeface="Jost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○"/>
              <a:defRPr sz="900">
                <a:latin typeface="Jost Light"/>
                <a:ea typeface="Jost Light"/>
                <a:cs typeface="Jost Light"/>
                <a:sym typeface="Jost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Jost Light"/>
              <a:buChar char="■"/>
              <a:defRPr sz="900">
                <a:latin typeface="Jost Light"/>
                <a:ea typeface="Jost Light"/>
                <a:cs typeface="Jost Light"/>
                <a:sym typeface="Jos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- Alt 2">
  <p:cSld name="CUSTOM_8_1_1_1_1_1_1_1_1_1_1_1_1_1_1_1_1_1_1_1_1_1_1_1_1_1_1_1_1_1_1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 rot="-5400000">
            <a:off x="0" y="816600"/>
            <a:ext cx="4326900" cy="4326900"/>
          </a:xfrm>
          <a:prstGeom prst="rect">
            <a:avLst/>
          </a:prstGeom>
          <a:gradFill>
            <a:gsLst>
              <a:gs pos="0">
                <a:schemeClr val="lt2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8" name="Google Shape;328;p26"/>
          <p:cNvSpPr/>
          <p:nvPr/>
        </p:nvSpPr>
        <p:spPr>
          <a:xfrm rot="5400000">
            <a:off x="4817100" y="0"/>
            <a:ext cx="4326900" cy="4326900"/>
          </a:xfrm>
          <a:prstGeom prst="rect">
            <a:avLst/>
          </a:prstGeom>
          <a:gradFill>
            <a:gsLst>
              <a:gs pos="0">
                <a:schemeClr val="accent6"/>
              </a:gs>
              <a:gs pos="72000">
                <a:schemeClr val="lt1"/>
              </a:gs>
              <a:gs pos="100000">
                <a:schemeClr val="lt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29" name="Google Shape;329;p2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0" name="Google Shape;330;p2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Figtree"/>
              <a:buNone/>
              <a:defRPr/>
            </a:lvl9pPr>
          </a:lstStyle>
          <a:p/>
        </p:txBody>
      </p:sp>
      <p:sp>
        <p:nvSpPr>
          <p:cNvPr id="331" name="Google Shape;331;p26"/>
          <p:cNvSpPr/>
          <p:nvPr/>
        </p:nvSpPr>
        <p:spPr>
          <a:xfrm>
            <a:off x="228650" y="457200"/>
            <a:ext cx="8686800" cy="4226400"/>
          </a:xfrm>
          <a:prstGeom prst="roundRect">
            <a:avLst>
              <a:gd fmla="val 682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v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32" name="Google Shape;332;p2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Figtree"/>
              <a:buNone/>
              <a:defRPr sz="8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3" name="Google Shape;333;p2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6" name="Google Shape;33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5" name="Google Shape;355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5" name="Google Shape;385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5" name="Google Shape;395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gtree"/>
              <a:buNone/>
              <a:defRPr sz="12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228600" y="2881050"/>
            <a:ext cx="4296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●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○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t"/>
              <a:buChar char="■"/>
              <a:defRPr sz="12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3" type="title"/>
          </p:nvPr>
        </p:nvSpPr>
        <p:spPr>
          <a:xfrm>
            <a:off x="371825" y="149825"/>
            <a:ext cx="62124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Figtree"/>
              <a:buNone/>
              <a:defRPr sz="5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065">
          <p15:clr>
            <a:srgbClr val="E46962"/>
          </p15:clr>
        </p15:guide>
        <p15:guide id="8" pos="1010">
          <p15:clr>
            <a:srgbClr val="E46962"/>
          </p15:clr>
        </p15:guide>
        <p15:guide id="9" pos="4695">
          <p15:clr>
            <a:srgbClr val="E46962"/>
          </p15:clr>
        </p15:guide>
        <p15:guide id="10" pos="4750">
          <p15:clr>
            <a:srgbClr val="E46962"/>
          </p15:clr>
        </p15:guide>
        <p15:guide id="11" pos="3774">
          <p15:clr>
            <a:srgbClr val="E46962"/>
          </p15:clr>
        </p15:guide>
        <p15:guide id="12" pos="3828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4.jpg"/><Relationship Id="rId5" Type="http://schemas.openxmlformats.org/officeDocument/2006/relationships/image" Target="../media/image7.jp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idx="3" type="title"/>
          </p:nvPr>
        </p:nvSpPr>
        <p:spPr>
          <a:xfrm>
            <a:off x="189618" y="1545733"/>
            <a:ext cx="8278500" cy="1444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AI Powered Cloud Operations Platform</a:t>
            </a:r>
            <a:endParaRPr sz="5000"/>
          </a:p>
        </p:txBody>
      </p:sp>
      <p:sp>
        <p:nvSpPr>
          <p:cNvPr id="439" name="Google Shape;439;p48"/>
          <p:cNvSpPr txBox="1"/>
          <p:nvPr>
            <p:ph type="title"/>
          </p:nvPr>
        </p:nvSpPr>
        <p:spPr>
          <a:xfrm>
            <a:off x="228600" y="3294348"/>
            <a:ext cx="7310400" cy="12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RamaKrishna Vaka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Chakra Yel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Amit Biswas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Pratik Shah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Rajesh Kumar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9"/>
          <p:cNvSpPr txBox="1"/>
          <p:nvPr>
            <p:ph idx="18" type="title"/>
          </p:nvPr>
        </p:nvSpPr>
        <p:spPr>
          <a:xfrm>
            <a:off x="228600" y="457200"/>
            <a:ext cx="57624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5" name="Google Shape;445;p49"/>
          <p:cNvSpPr txBox="1"/>
          <p:nvPr>
            <p:ph type="title"/>
          </p:nvPr>
        </p:nvSpPr>
        <p:spPr>
          <a:xfrm>
            <a:off x="3809850" y="12695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46" name="Google Shape;446;p49"/>
          <p:cNvSpPr txBox="1"/>
          <p:nvPr>
            <p:ph idx="2" type="title"/>
          </p:nvPr>
        </p:nvSpPr>
        <p:spPr>
          <a:xfrm>
            <a:off x="3154650" y="3487144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7" name="Google Shape;447;p49"/>
          <p:cNvSpPr txBox="1"/>
          <p:nvPr>
            <p:ph idx="3"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VISION</a:t>
            </a:r>
            <a:endParaRPr/>
          </a:p>
        </p:txBody>
      </p:sp>
      <p:sp>
        <p:nvSpPr>
          <p:cNvPr id="448" name="Google Shape;448;p49"/>
          <p:cNvSpPr txBox="1"/>
          <p:nvPr>
            <p:ph idx="4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49" name="Google Shape;449;p49"/>
          <p:cNvSpPr txBox="1"/>
          <p:nvPr>
            <p:ph idx="5" type="title"/>
          </p:nvPr>
        </p:nvSpPr>
        <p:spPr>
          <a:xfrm>
            <a:off x="3809850" y="17146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450" name="Google Shape;450;p49"/>
          <p:cNvSpPr txBox="1"/>
          <p:nvPr>
            <p:ph idx="6" type="title"/>
          </p:nvPr>
        </p:nvSpPr>
        <p:spPr>
          <a:xfrm>
            <a:off x="3809850" y="21597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451" name="Google Shape;451;p49"/>
          <p:cNvSpPr txBox="1"/>
          <p:nvPr>
            <p:ph idx="7" type="title"/>
          </p:nvPr>
        </p:nvSpPr>
        <p:spPr>
          <a:xfrm>
            <a:off x="3809850" y="2599400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452" name="Google Shape;452;p49"/>
          <p:cNvSpPr txBox="1"/>
          <p:nvPr>
            <p:ph idx="8" type="title"/>
          </p:nvPr>
        </p:nvSpPr>
        <p:spPr>
          <a:xfrm>
            <a:off x="3809850" y="3043269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453" name="Google Shape;453;p49"/>
          <p:cNvSpPr txBox="1"/>
          <p:nvPr>
            <p:ph idx="9" type="title"/>
          </p:nvPr>
        </p:nvSpPr>
        <p:spPr>
          <a:xfrm>
            <a:off x="3809850" y="3487144"/>
            <a:ext cx="28845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Q and A</a:t>
            </a:r>
            <a:endParaRPr/>
          </a:p>
        </p:txBody>
      </p:sp>
      <p:sp>
        <p:nvSpPr>
          <p:cNvPr id="454" name="Google Shape;454;p49"/>
          <p:cNvSpPr txBox="1"/>
          <p:nvPr>
            <p:ph idx="13" type="title"/>
          </p:nvPr>
        </p:nvSpPr>
        <p:spPr>
          <a:xfrm>
            <a:off x="3154650" y="3043613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55" name="Google Shape;455;p49"/>
          <p:cNvSpPr txBox="1"/>
          <p:nvPr>
            <p:ph idx="14" type="title"/>
          </p:nvPr>
        </p:nvSpPr>
        <p:spPr>
          <a:xfrm>
            <a:off x="3154650" y="2600081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56" name="Google Shape;456;p49"/>
          <p:cNvSpPr txBox="1"/>
          <p:nvPr>
            <p:ph idx="15" type="title"/>
          </p:nvPr>
        </p:nvSpPr>
        <p:spPr>
          <a:xfrm>
            <a:off x="3154650" y="2156550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7" name="Google Shape;457;p49"/>
          <p:cNvSpPr txBox="1"/>
          <p:nvPr>
            <p:ph idx="16" type="title"/>
          </p:nvPr>
        </p:nvSpPr>
        <p:spPr>
          <a:xfrm>
            <a:off x="3154650" y="1713019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8" name="Google Shape;458;p49"/>
          <p:cNvSpPr txBox="1"/>
          <p:nvPr>
            <p:ph idx="17" type="title"/>
          </p:nvPr>
        </p:nvSpPr>
        <p:spPr>
          <a:xfrm>
            <a:off x="3154650" y="1269488"/>
            <a:ext cx="592800" cy="36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"/>
          <p:cNvSpPr/>
          <p:nvPr/>
        </p:nvSpPr>
        <p:spPr>
          <a:xfrm>
            <a:off x="5222400" y="1192950"/>
            <a:ext cx="1288500" cy="30408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4" name="Google Shape;464;p50"/>
          <p:cNvSpPr/>
          <p:nvPr/>
        </p:nvSpPr>
        <p:spPr>
          <a:xfrm>
            <a:off x="6918900" y="1264750"/>
            <a:ext cx="1421400" cy="29691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5" name="Google Shape;465;p50"/>
          <p:cNvSpPr/>
          <p:nvPr/>
        </p:nvSpPr>
        <p:spPr>
          <a:xfrm>
            <a:off x="3454400" y="1192950"/>
            <a:ext cx="1287900" cy="30408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1783825" y="1253100"/>
            <a:ext cx="1288500" cy="2969100"/>
          </a:xfrm>
          <a:prstGeom prst="roundRect">
            <a:avLst>
              <a:gd fmla="val 7120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dk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7" name="Google Shape;467;p50"/>
          <p:cNvSpPr/>
          <p:nvPr/>
        </p:nvSpPr>
        <p:spPr>
          <a:xfrm>
            <a:off x="256975" y="1313225"/>
            <a:ext cx="1287900" cy="2920500"/>
          </a:xfrm>
          <a:prstGeom prst="roundRect">
            <a:avLst>
              <a:gd fmla="val 6808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68" name="Google Shape;468;p50"/>
          <p:cNvSpPr txBox="1"/>
          <p:nvPr>
            <p:ph idx="6" type="title"/>
          </p:nvPr>
        </p:nvSpPr>
        <p:spPr>
          <a:xfrm>
            <a:off x="1815465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Chakra Yel</a:t>
            </a:r>
            <a:endParaRPr/>
          </a:p>
        </p:txBody>
      </p:sp>
      <p:sp>
        <p:nvSpPr>
          <p:cNvPr id="469" name="Google Shape;469;p50"/>
          <p:cNvSpPr txBox="1"/>
          <p:nvPr>
            <p:ph idx="8" type="title"/>
          </p:nvPr>
        </p:nvSpPr>
        <p:spPr>
          <a:xfrm>
            <a:off x="3550582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Amit Biswas</a:t>
            </a:r>
            <a:endParaRPr/>
          </a:p>
        </p:txBody>
      </p:sp>
      <p:sp>
        <p:nvSpPr>
          <p:cNvPr id="470" name="Google Shape;470;p50"/>
          <p:cNvSpPr txBox="1"/>
          <p:nvPr>
            <p:ph idx="13" type="title"/>
          </p:nvPr>
        </p:nvSpPr>
        <p:spPr>
          <a:xfrm>
            <a:off x="5325848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:Pratik Shah</a:t>
            </a:r>
            <a:endParaRPr/>
          </a:p>
        </p:txBody>
      </p:sp>
      <p:sp>
        <p:nvSpPr>
          <p:cNvPr id="471" name="Google Shape;471;p50"/>
          <p:cNvSpPr txBox="1"/>
          <p:nvPr>
            <p:ph idx="15" type="title"/>
          </p:nvPr>
        </p:nvSpPr>
        <p:spPr>
          <a:xfrm>
            <a:off x="7101121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Rajesh Kumar</a:t>
            </a:r>
            <a:endParaRPr/>
          </a:p>
        </p:txBody>
      </p:sp>
      <p:sp>
        <p:nvSpPr>
          <p:cNvPr id="472" name="Google Shape;472;p50"/>
          <p:cNvSpPr txBox="1"/>
          <p:nvPr>
            <p:ph idx="3" type="title"/>
          </p:nvPr>
        </p:nvSpPr>
        <p:spPr>
          <a:xfrm>
            <a:off x="228600" y="457200"/>
            <a:ext cx="62823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473" name="Google Shape;473;p50"/>
          <p:cNvSpPr txBox="1"/>
          <p:nvPr>
            <p:ph idx="4" type="title"/>
          </p:nvPr>
        </p:nvSpPr>
        <p:spPr>
          <a:xfrm>
            <a:off x="288325" y="3446300"/>
            <a:ext cx="1225200" cy="172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Ramakrishna Vaka</a:t>
            </a:r>
            <a:endParaRPr/>
          </a:p>
        </p:txBody>
      </p:sp>
      <p:sp>
        <p:nvSpPr>
          <p:cNvPr id="474" name="Google Shape;474;p50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</a:t>
            </a:r>
            <a:endParaRPr/>
          </a:p>
        </p:txBody>
      </p:sp>
      <p:sp>
        <p:nvSpPr>
          <p:cNvPr id="475" name="Google Shape;475;p50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pic>
        <p:nvPicPr>
          <p:cNvPr id="476" name="Google Shape;476;p50" title="chakra-l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825" y="1258100"/>
            <a:ext cx="1288500" cy="15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0" title="pratik-li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8925" y="1192950"/>
            <a:ext cx="1367852" cy="16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0" title="prk-li-v2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850" y="1265000"/>
            <a:ext cx="1444060" cy="1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275" y="1298275"/>
            <a:ext cx="1288500" cy="15422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 dir="5400000" dist="19050">
              <a:schemeClr val="lt2">
                <a:alpha val="64999"/>
              </a:schemeClr>
            </a:outerShdw>
          </a:effectLst>
        </p:spPr>
      </p:pic>
      <p:sp>
        <p:nvSpPr>
          <p:cNvPr id="480" name="Google Shape;480;p50"/>
          <p:cNvSpPr txBox="1"/>
          <p:nvPr>
            <p:ph idx="4" type="title"/>
          </p:nvPr>
        </p:nvSpPr>
        <p:spPr>
          <a:xfrm>
            <a:off x="299925" y="3618500"/>
            <a:ext cx="1225200" cy="615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Solutions Architect, State of Michigan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486" name="Google Shape;486;p51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87" name="Google Shape;487;p51"/>
          <p:cNvSpPr txBox="1"/>
          <p:nvPr>
            <p:ph idx="1" type="subTitle"/>
          </p:nvPr>
        </p:nvSpPr>
        <p:spPr>
          <a:xfrm>
            <a:off x="228600" y="3052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88" name="Google Shape;488;p51"/>
          <p:cNvSpPr txBox="1"/>
          <p:nvPr>
            <p:ph idx="3" type="title"/>
          </p:nvPr>
        </p:nvSpPr>
        <p:spPr>
          <a:xfrm>
            <a:off x="170550" y="683575"/>
            <a:ext cx="7091700" cy="43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environments generate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thousands of operational alerts daily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 CPU alerts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Lambda failures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violations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spikes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Infrastructure drift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Most organizations still rely on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manual triage by DevOps/SRE teams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which causes: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Slow incident resolution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 fatigue</a:t>
            </a:r>
            <a:b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errors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👉 We need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autonomous cloud operations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that can </a:t>
            </a: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detect, analyze, and remediate issues automatically</a:t>
            </a:r>
            <a:r>
              <a:rPr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2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494" name="Google Shape;494;p52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495" name="Google Shape;495;p52"/>
          <p:cNvSpPr txBox="1"/>
          <p:nvPr>
            <p:ph idx="1" type="subTitle"/>
          </p:nvPr>
        </p:nvSpPr>
        <p:spPr>
          <a:xfrm>
            <a:off x="228600" y="305247"/>
            <a:ext cx="4653900" cy="30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- v2</a:t>
            </a:r>
            <a:endParaRPr/>
          </a:p>
        </p:txBody>
      </p:sp>
      <p:sp>
        <p:nvSpPr>
          <p:cNvPr id="496" name="Google Shape;496;p52"/>
          <p:cNvSpPr txBox="1"/>
          <p:nvPr>
            <p:ph idx="3" type="title"/>
          </p:nvPr>
        </p:nvSpPr>
        <p:spPr>
          <a:xfrm>
            <a:off x="230075" y="566875"/>
            <a:ext cx="7091700" cy="42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Problem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Cloud environments generate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1,000s of alerts daily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(CPU spikes, failures, security, cost anomalies)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Current State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Manual DevOps/SRE triage →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MTTR in hours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(delayed resolution) → $100k per incident (due to prolonged outages)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80% alerts are noise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(alert fatigue) → $1M+ per year (due to wasted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engineering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time)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High risk of human errors → non-compliance exposure / security breach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VISION</a:t>
            </a:r>
            <a:endParaRPr/>
          </a:p>
        </p:txBody>
      </p:sp>
      <p:sp>
        <p:nvSpPr>
          <p:cNvPr id="502" name="Google Shape;502;p53"/>
          <p:cNvSpPr txBox="1"/>
          <p:nvPr>
            <p:ph idx="4294967295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03" name="Google Shape;503;p53"/>
          <p:cNvSpPr txBox="1"/>
          <p:nvPr>
            <p:ph idx="2" type="title"/>
          </p:nvPr>
        </p:nvSpPr>
        <p:spPr>
          <a:xfrm>
            <a:off x="228600" y="295050"/>
            <a:ext cx="3432600" cy="46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504" name="Google Shape;504;p53"/>
          <p:cNvSpPr txBox="1"/>
          <p:nvPr>
            <p:ph idx="1" type="subTitle"/>
          </p:nvPr>
        </p:nvSpPr>
        <p:spPr>
          <a:xfrm>
            <a:off x="249300" y="759750"/>
            <a:ext cx="5828400" cy="35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an </a:t>
            </a: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AI-powered Cloud Operations Platform </a:t>
            </a: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that can: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 operational events in </a:t>
            </a: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real-time/near real-time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Analyze root cause using AI reasoning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Decide remediation action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Execute automated fix 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Notify engineers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Reduce MTTR by </a:t>
            </a:r>
            <a:r>
              <a:rPr b="1"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50–80%</a:t>
            </a:r>
            <a:endParaRPr b="1"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creates a </a:t>
            </a: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self-healing cloud system and generic solution which can be used across all organizations.</a:t>
            </a:r>
            <a:endParaRPr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3"/>
          <p:cNvSpPr txBox="1"/>
          <p:nvPr/>
        </p:nvSpPr>
        <p:spPr>
          <a:xfrm>
            <a:off x="497300" y="4436175"/>
            <a:ext cx="54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https://github.com/rkumarus040599/sa-bcamp-hackathon-2026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4"/>
          <p:cNvSpPr txBox="1"/>
          <p:nvPr>
            <p:ph idx="3" type="title"/>
          </p:nvPr>
        </p:nvSpPr>
        <p:spPr>
          <a:xfrm>
            <a:off x="217050" y="116750"/>
            <a:ext cx="41604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511" name="Google Shape;51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75" y="544050"/>
            <a:ext cx="8405299" cy="44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5"/>
          <p:cNvSpPr txBox="1"/>
          <p:nvPr>
            <p:ph idx="17" type="title"/>
          </p:nvPr>
        </p:nvSpPr>
        <p:spPr>
          <a:xfrm>
            <a:off x="228600" y="183050"/>
            <a:ext cx="4160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Demo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7" name="Google Shape;517;p55"/>
          <p:cNvSpPr txBox="1"/>
          <p:nvPr/>
        </p:nvSpPr>
        <p:spPr>
          <a:xfrm>
            <a:off x="269550" y="632250"/>
            <a:ext cx="69207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CloudWatch Alarm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EventBridge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Event Router Lambda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AI Agent Layer(Amazon Bedrock RAG)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AWS Step Functions (Remediation Layer)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Knowledge Base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↓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</a:rPr>
              <a:t>Monitoring &amp; Dashboard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518" name="Google Shape;518;p55"/>
          <p:cNvSpPr txBox="1"/>
          <p:nvPr/>
        </p:nvSpPr>
        <p:spPr>
          <a:xfrm>
            <a:off x="658875" y="4283525"/>
            <a:ext cx="54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https://github.com/rkumarus040599/sa-bcamp-hackathon-2026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6"/>
          <p:cNvSpPr txBox="1"/>
          <p:nvPr>
            <p:ph type="title"/>
          </p:nvPr>
        </p:nvSpPr>
        <p:spPr>
          <a:xfrm>
            <a:off x="2300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24" name="Google Shape;524;p56"/>
          <p:cNvSpPr txBox="1"/>
          <p:nvPr>
            <p:ph idx="2" type="title"/>
          </p:nvPr>
        </p:nvSpPr>
        <p:spPr>
          <a:xfrm>
            <a:off x="6414875" y="58625"/>
            <a:ext cx="2500500" cy="17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25" name="Google Shape;525;p56"/>
          <p:cNvSpPr txBox="1"/>
          <p:nvPr>
            <p:ph idx="3" type="title"/>
          </p:nvPr>
        </p:nvSpPr>
        <p:spPr>
          <a:xfrm>
            <a:off x="1254050" y="1703407"/>
            <a:ext cx="6636000" cy="127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26" name="Google Shape;526;p56"/>
          <p:cNvSpPr txBox="1"/>
          <p:nvPr>
            <p:ph idx="1" type="subTitle"/>
          </p:nvPr>
        </p:nvSpPr>
        <p:spPr>
          <a:xfrm>
            <a:off x="1643100" y="2881050"/>
            <a:ext cx="5857800" cy="431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ode gradients">
  <a:themeElements>
    <a:clrScheme name="Simple Light">
      <a:dk1>
        <a:srgbClr val="FFFFFF"/>
      </a:dk1>
      <a:lt1>
        <a:srgbClr val="000000"/>
      </a:lt1>
      <a:dk2>
        <a:srgbClr val="FF6234"/>
      </a:dk2>
      <a:lt2>
        <a:srgbClr val="AB4FF6"/>
      </a:lt2>
      <a:accent1>
        <a:srgbClr val="202124"/>
      </a:accent1>
      <a:accent2>
        <a:srgbClr val="F7F2F1"/>
      </a:accent2>
      <a:accent3>
        <a:srgbClr val="BABCC2"/>
      </a:accent3>
      <a:accent4>
        <a:srgbClr val="FCE5CD"/>
      </a:accent4>
      <a:accent5>
        <a:srgbClr val="FF5F79"/>
      </a:accent5>
      <a:accent6>
        <a:srgbClr val="D20972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